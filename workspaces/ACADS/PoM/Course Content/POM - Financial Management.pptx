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D5589-176A-4F47-B0D5-379F79267A2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C9D9D-2019-4F38-8DC7-78C2F0A50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371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D5589-176A-4F47-B0D5-379F79267A2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C9D9D-2019-4F38-8DC7-78C2F0A50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954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D5589-176A-4F47-B0D5-379F79267A2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C9D9D-2019-4F38-8DC7-78C2F0A50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905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D5589-176A-4F47-B0D5-379F79267A2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C9D9D-2019-4F38-8DC7-78C2F0A50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988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D5589-176A-4F47-B0D5-379F79267A2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C9D9D-2019-4F38-8DC7-78C2F0A50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751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D5589-176A-4F47-B0D5-379F79267A2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C9D9D-2019-4F38-8DC7-78C2F0A50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49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D5589-176A-4F47-B0D5-379F79267A2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C9D9D-2019-4F38-8DC7-78C2F0A50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908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D5589-176A-4F47-B0D5-379F79267A2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C9D9D-2019-4F38-8DC7-78C2F0A50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765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D5589-176A-4F47-B0D5-379F79267A2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C9D9D-2019-4F38-8DC7-78C2F0A50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94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D5589-176A-4F47-B0D5-379F79267A2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C9D9D-2019-4F38-8DC7-78C2F0A50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342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D5589-176A-4F47-B0D5-379F79267A2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C9D9D-2019-4F38-8DC7-78C2F0A50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603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9D5589-176A-4F47-B0D5-379F79267A2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0C9D9D-2019-4F38-8DC7-78C2F0A50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339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Financial management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943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Financial management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Financial management involves </a:t>
            </a:r>
            <a:r>
              <a:rPr lang="en-US" b="1" dirty="0" smtClean="0"/>
              <a:t>planning, sourcing, investing, and controlling an organization's financial resources </a:t>
            </a:r>
            <a:r>
              <a:rPr lang="en-US" dirty="0" smtClean="0"/>
              <a:t>to maximize shareholder value. </a:t>
            </a:r>
          </a:p>
          <a:p>
            <a:endParaRPr lang="en-US" dirty="0"/>
          </a:p>
          <a:p>
            <a:r>
              <a:rPr lang="en-US" dirty="0" smtClean="0"/>
              <a:t>Key functions include </a:t>
            </a:r>
            <a:r>
              <a:rPr lang="en-US" b="1" dirty="0" smtClean="0"/>
              <a:t>investment decisions </a:t>
            </a:r>
            <a:r>
              <a:rPr lang="en-US" dirty="0" smtClean="0"/>
              <a:t>(capital budgeting), </a:t>
            </a:r>
            <a:r>
              <a:rPr lang="en-US" b="1" dirty="0" smtClean="0"/>
              <a:t>financing decisions </a:t>
            </a:r>
            <a:r>
              <a:rPr lang="en-US" dirty="0" smtClean="0"/>
              <a:t>(capital structure), </a:t>
            </a:r>
            <a:r>
              <a:rPr lang="en-US" b="1" dirty="0" smtClean="0"/>
              <a:t>dividend policies, working capital management, risk management</a:t>
            </a:r>
            <a:r>
              <a:rPr lang="en-US" dirty="0" smtClean="0"/>
              <a:t>, and </a:t>
            </a:r>
            <a:r>
              <a:rPr lang="en-US" b="1" dirty="0" smtClean="0"/>
              <a:t>financial reporting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35953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2188"/>
          </a:xfrm>
        </p:spPr>
        <p:txBody>
          <a:bodyPr/>
          <a:lstStyle/>
          <a:p>
            <a:r>
              <a:rPr lang="en-US" b="1" dirty="0"/>
              <a:t>Core Functions of Financial Management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96608" y="1385192"/>
            <a:ext cx="11562030" cy="52322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</a:rPr>
              <a:t>Investment Decisions (Capital Budgeting):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</a:rPr>
              <a:t> Determining where to invest funds for long-term growth and high returns while managing risks, ensuring maximum profitability from projects.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</a:rPr>
              <a:t>Financing Decisions (Capital Structure):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</a:rPr>
              <a:t> Establishing the best mix of debt and equity to minimize the cost of capital and maintain a healthy financial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</a:rPr>
              <a:t>structure.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</a:rPr>
              <a:t>Working Capital Management: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</a:rPr>
              <a:t> Managing day-to-day liquidity, including managing cash, inventory, receivables, and payables to ensure smooth operations.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</a:rPr>
              <a:t>Dividend Decisions: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</a:rPr>
              <a:t> Deciding how to allocate net profits—whether to reinvest earnings into the company for expansion or distribute them to shareholders.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22409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Core Functions of Financial Management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40080" y="1708359"/>
            <a:ext cx="10972801" cy="458587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</a:rPr>
              <a:t>Financial Planning and Forecasting: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</a:rPr>
              <a:t> Projecting future financial needs, sales, and costs to set financial goals for the organization.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</a:rPr>
              <a:t>Financial Control and Analysis: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</a:rPr>
              <a:t> Monitoring financial performance against budget, evaluating KPIs (e.g., ROI, ROE), and taking corrective actions.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</a:rPr>
              <a:t>Risk Management: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</a:rPr>
              <a:t> Identifying and mitigating financial risks through hedging and diversification.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</a:rPr>
              <a:t>Cash Management: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</a:rPr>
              <a:t> Meticulously optimizing cash balances for immediate operational needs and immediate investment opportunities.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</a:rPr>
              <a:t>Regulatory Compliance: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</a:rPr>
              <a:t> Ensuring compliance with financial regulations, tax laws, and reporting standards.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035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70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Financial management</vt:lpstr>
      <vt:lpstr>Financial management</vt:lpstr>
      <vt:lpstr>Core Functions of Financial Management</vt:lpstr>
      <vt:lpstr>Core Functions of Financial Management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management</dc:title>
  <dc:creator>HP</dc:creator>
  <cp:lastModifiedBy>HP</cp:lastModifiedBy>
  <cp:revision>4</cp:revision>
  <dcterms:created xsi:type="dcterms:W3CDTF">2026-03-31T13:49:30Z</dcterms:created>
  <dcterms:modified xsi:type="dcterms:W3CDTF">2026-04-01T02:48:55Z</dcterms:modified>
</cp:coreProperties>
</file>